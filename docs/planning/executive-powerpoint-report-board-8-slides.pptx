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65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cue: Lead with value delivered, not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cue: Frame as reduction in friction and increase in user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cue: This is the headline slide for stakeholders asking what users can do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cue: Keep this concise and momentum-focused.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cue: Emphasize human-in-the-loop trust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cue: Show that risk is managed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cue: Focus on quality scaling and adoption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cue: End with specific decisions to maintain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cue: End with specific decisions to maintain momentum.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57352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Personal Health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Calibri"/>
              </a:rPr>
              <a:t>Mission and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88136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From Data Capture to Actionable Health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Mission: convert fragmented personal health inputs into secure, structured, and usable insights.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Current outcome: users can onboard, upload records, set goals, and track daily behavior in one workflow.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Delivery status: core platform is live across Phases 1-4 with controlled AI augmentation.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Personal Health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88136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Before: health data was scattered, hard to interpret, and easy to ignore.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Now: the app creates one user-owned flow for profile, documents, goals, and daily progress.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Result: higher adherence potential, clearer progress visibility, and a stronger personalization foundation.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Personal Health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Calibri"/>
              </a:rPr>
              <a:t>What Is Live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88136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Production-Ready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Secure auth, protected routes, and owner-scoped data access.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Profile onboarding and document extraction review workflows.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Goals model and daily report tracking with reusable defaults.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Confidence/confirmation gating and AI retry path for parse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Personal Health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Calibri"/>
              </a:rPr>
              <a:t>Delivery by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88136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Execution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Phase 1: secure foundation and critical user journeys.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Phase 2: extraction pipeline with deterministic baseline and AI-assisted path.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Phase 3: goals and progress scaffolding for measurable outcomes.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Phase 4: daily reporting maturity, UX polish, and parse-mode transparency.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Personal Health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Calibri"/>
              </a:rPr>
              <a:t>System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88136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How Value Is Produced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1. User authenticates and completes profile baseline.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2. User provides inputs through documents and daily reports.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3. System parses inputs via heuristic default or optional AI mode.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4. Confidence and confirmation gates protect data quality before progress impact.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5. Structured outputs connect into goals and progress 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Personal Health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Calibri"/>
              </a:rPr>
              <a:t>Risk and Control Posture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88136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Top Risks and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AI config risk is mitigated by deterministic fallback and explicit mode controls.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Parse trust risk is mitigated by confidence scoring and confirmation gates.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Environment drift risk is mitigated by migration discipline and deployment runbook.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Personal Health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Calibri"/>
              </a:rPr>
              <a:t>Next 30/60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88136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30 days: harden preview/prod rollout and add parse quality telemetry.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30 days: expand regression tests for mode switching and daily-report reliability.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60 days: improve AI operational defaults and add outcome KPI dashboards.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60 days: run structured UAT and prepare release signoff 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Personal Health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93B"/>
                </a:solidFill>
                <a:latin typeface="Calibri"/>
              </a:rPr>
              <a:t>Decisions and 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881360" cy="868680"/>
          </a:xfrm>
          <a:prstGeom prst="roundRect">
            <a:avLst/>
          </a:prstGeom>
          <a:solidFill>
            <a:srgbClr val="DCFCE7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6534"/>
                </a:solidFill>
                <a:latin typeface="Calibri"/>
              </a:rPr>
              <a:t>Leadership Alignment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Approve reliability and telemetry as next release priority.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Confirm preview-first deployment gate before production promotion.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Align on success KPIs: active reporting rate, confirmation rate, AI retry success, and time-to-insight.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/>
              </a:rPr>
              <a:t>Screen Shots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42BEF5-B20C-7558-F35C-FC2B018CE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80" y="828136"/>
            <a:ext cx="3223220" cy="2497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23D8DA-EFEF-2469-15E3-E06EABC0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562" y="819053"/>
            <a:ext cx="3479321" cy="18831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0FE90-ECC2-B5D2-25AD-80B73383D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562" y="2596330"/>
            <a:ext cx="3370053" cy="22402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823C54-CB87-84BE-3651-6E409DBCC4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3145" y="828136"/>
            <a:ext cx="2478034" cy="22700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39564F-F84E-DB84-A652-7E7642A2D5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7905" y="861770"/>
            <a:ext cx="2701309" cy="22872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59622B-7D22-EC7F-12E4-A9D96AAFF5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179" y="3182671"/>
            <a:ext cx="2425510" cy="21788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C3B5D8-0613-E171-2DDF-FE09ACA1E0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4861560"/>
            <a:ext cx="3497906" cy="19725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912F0D-5BB1-7FD1-60A7-938072F1BD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7562" y="4953510"/>
            <a:ext cx="2038091" cy="178867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5ADA5CB-11EE-0EAE-78DD-FEBA269A74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4904" y="5352008"/>
            <a:ext cx="3116481" cy="148212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2AD02F3-35F4-A8CB-1A35-F6399CA491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2160" y="3089934"/>
            <a:ext cx="2420074" cy="224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70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554</Words>
  <Application>Microsoft Office PowerPoint</Application>
  <PresentationFormat>Widescreen</PresentationFormat>
  <Paragraphs>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Tsuri bar-haim</cp:lastModifiedBy>
  <cp:revision>2</cp:revision>
  <dcterms:created xsi:type="dcterms:W3CDTF">2013-01-27T09:14:16Z</dcterms:created>
  <dcterms:modified xsi:type="dcterms:W3CDTF">2026-08-13T12:50:07Z</dcterms:modified>
  <cp:category/>
</cp:coreProperties>
</file>